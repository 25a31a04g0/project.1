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image" Target="../media/image1.png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66DDD5-EE7D-064D-0359-4E4BE383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90" y="733927"/>
            <a:ext cx="10400019" cy="578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78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DB0712-F4F6-04A8-79BB-CB55BEC351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45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EFA885-F173-CD12-8AB7-EF665A4CE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005149-F0C6-51BB-A907-3F3BE229D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37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D903C1-13F9-6B11-F9BA-2EADA6DB9A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33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3A6D75B-5D01-D722-02D1-51958B887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5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9CC2F3-BF84-B0DC-01DC-3D053DD89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23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D81744-0E13-A7E5-1BCA-6EEB71DA4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09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11E08E-11D3-F817-CD89-ED8A6C94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735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DCAF5D-6637-9EE5-DA7A-9D605FA97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09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EEF4C26-178C-0F5A-18C6-997F281CC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08186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Billakurthi Neerajdatta</dc:creator>
  <cp:lastModifiedBy>Billakurthi Neerajdatta</cp:lastModifiedBy>
  <cp:revision>5</cp:revision>
  <dcterms:created xsi:type="dcterms:W3CDTF">2025-12-22T13:12:39Z</dcterms:created>
  <dcterms:modified xsi:type="dcterms:W3CDTF">2025-12-22T17:54:15Z</dcterms:modified>
</cp:coreProperties>
</file>